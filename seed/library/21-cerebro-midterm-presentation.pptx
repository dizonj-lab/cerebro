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CEREBRO Mid-term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Presented by Joselito Dizon</a:t>
            </a:r>
          </a:p>
          <a:p>
            <a:r>
              <a:rPr sz="1800"/>
              <a:t>Group 7, NUS-ISS, 20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PDF, Word, PowerPoint and Markdown, extracted deterministically</a:t>
            </a:r>
          </a:p>
          <a:p>
            <a:r>
              <a:rPr sz="2000"/>
              <a:t>Next.js web tier, FastAPI, and PostgreSQL for fragments and vectors</a:t>
            </a:r>
          </a:p>
          <a:p>
            <a:r>
              <a:rPr sz="2000"/>
              <a:t>Human-in-the-Loop Review: nothing enters retrieval without approval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The Galaxy draws Knowledge Graphs of confirmed topics and entities</a:t>
            </a:r>
          </a:p>
          <a:p>
            <a:r>
              <a:rPr sz="2000"/>
              <a:t>Edges are co-occurrence, labelled as such, never inferred meaning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Retrieval-Augmented Generation over approved fragments, phrased by a local model in Ollama</a:t>
            </a:r>
          </a:p>
          <a:p>
            <a:r>
              <a:rPr sz="2000"/>
              <a:t>Every answer carries its Provenance down to the page or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Seeded demo library, evaluation write-up, final demo by 30 November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CEREBRO Mid-term Presentation</dc:title>
  <dc:subject>Mid-term progress: what CEREBRO does today, how it is evaluated, and what comes next.</dc:subject>
  <dc:creator>Joselito Dizon</dc:creator>
  <cp:keywords/>
  <dc:description>generated using python-pptx</dc:description>
  <cp:lastModifiedBy>Joselito Dizon</cp:lastModifiedBy>
  <cp:revision>1</cp:revision>
  <dcterms:created xsi:type="dcterms:W3CDTF">2026-10-20T09:00:00Z</dcterms:created>
  <dcterms:modified xsi:type="dcterms:W3CDTF">2026-10-20T09:00:00Z</dcterms:modified>
  <cp:category/>
</cp:coreProperties>
</file>