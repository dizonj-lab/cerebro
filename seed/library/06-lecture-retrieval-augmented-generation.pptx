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Retrieval-Augmented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Intelligent Reasoning Systems, lecture 5, 21 July 2026</a:t>
            </a:r>
          </a:p>
          <a:p>
            <a:r>
              <a:rPr sz="1800"/>
              <a:t>NUS-ISS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Retrieve, then generate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Retrieval-Augmented Generation first finds relevant passages</a:t>
            </a:r>
          </a:p>
          <a:p>
            <a:r>
              <a:rPr sz="2000"/>
              <a:t>The model answers using only those passages, and cites them</a:t>
            </a:r>
          </a:p>
          <a:p>
            <a:r>
              <a:rPr sz="2000"/>
              <a:t>If retrieval finds nothing, the right answer is to say 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passages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Keyword search (BM25, full-text) matches exact terms</a:t>
            </a:r>
          </a:p>
          <a:p>
            <a:r>
              <a:rPr sz="2000"/>
              <a:t>Semantic Search with embeddings matches meaning and paraphrase</a:t>
            </a:r>
          </a:p>
          <a:p>
            <a:r>
              <a:rPr sz="2000"/>
              <a:t>Hybrid retrieval fuses both, for example with reciprocal rank 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it privately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Local Language Models served by Ollama keep documents on your own machine</a:t>
            </a:r>
          </a:p>
          <a:p>
            <a:r>
              <a:rPr sz="2000"/>
              <a:t>Small models phrase well; facts must still come from the passages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Model Evaluation for RAG: recall at k, citation accuracy, unsupported-claim rate</a:t>
            </a:r>
          </a:p>
          <a:p>
            <a:r>
              <a:rPr sz="2000"/>
              <a:t>Build a labelled ground truth before tuning 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Retrieval-Augmented Generation</dc:title>
  <dc:subject>Lecture deck on retrieving evidence first and generating answers only from it.</dc:subject>
  <dc:creator/>
  <cp:keywords/>
  <dc:description>generated using python-pptx</dc:description>
  <cp:lastModifiedBy/>
  <cp:revision>1</cp:revision>
  <dcterms:created xsi:type="dcterms:W3CDTF">2026-07-21T09:00:00Z</dcterms:created>
  <dcterms:modified xsi:type="dcterms:W3CDTF">2026-07-21T09:00:00Z</dcterms:modified>
  <cp:category/>
</cp:coreProperties>
</file>