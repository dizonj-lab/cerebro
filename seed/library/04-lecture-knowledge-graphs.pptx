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Knowledge Representation and Knowledge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Intelligent Reasoning Systems, lecture 3, 8 July 2026</a:t>
            </a:r>
          </a:p>
          <a:p>
            <a:r>
              <a:rPr sz="1800"/>
              <a:t>NUS-ISS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knowledge graph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Knowledge Graphs store entities as nodes and typed relationships as edges</a:t>
            </a:r>
          </a:p>
          <a:p>
            <a:r>
              <a:rPr sz="2000"/>
              <a:t>Multi-hop questions become graph traversals</a:t>
            </a:r>
          </a:p>
          <a:p>
            <a:r>
              <a:rPr sz="2000"/>
              <a:t>Typical relations in a document graph: cites, extends, implements, evaluates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facts come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Every node and edge should keep its Provenance: the source document and location</a:t>
            </a:r>
          </a:p>
          <a:p>
            <a:r>
              <a:rPr sz="2000"/>
              <a:t>A relationship without a source is an assertion, not knowledge</a:t>
            </a:r>
          </a:p>
          <a:p>
            <a:r>
              <a:rPr sz="2000"/>
              <a:t>Co-occurrence is evidence of association, not of meaning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for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Explainable AI needs paths a person can follow</a:t>
            </a:r>
          </a:p>
          <a:p>
            <a:r>
              <a:rPr sz="2000"/>
              <a:t>A graph lets a system show why two ideas are connected</a:t>
            </a:r>
          </a:p>
          <a:p>
            <a:r>
              <a:rPr sz="2000"/>
              <a:t>Exercise: model your own notes as a small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Knowledge Representation and Knowledge Graphs</dc:title>
  <dc:subject>Lecture deck on representing knowledge as entities and relationships, and keeping its sources.</dc:subject>
  <dc:creator/>
  <cp:keywords/>
  <dc:description>generated using python-pptx</dc:description>
  <cp:lastModifiedBy/>
  <cp:revision>1</cp:revision>
  <dcterms:created xsi:type="dcterms:W3CDTF">2026-07-08T09:00:00Z</dcterms:created>
  <dcterms:modified xsi:type="dcterms:W3CDTF">2026-07-08T09:00:00Z</dcterms:modified>
  <cp:category/>
</cp:coreProperties>
</file>