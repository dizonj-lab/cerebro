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MealSenseAI Meal Advisor: Grounded Answers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/>
              <a:t>Presented by Joselito Dizon</a:t>
            </a:r>
          </a:p>
          <a:p>
            <a:r>
              <a:rPr sz="1800"/>
              <a:t>2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The advisor drafts every answer from evidence: your meals, the food table, approved guidance</a:t>
            </a:r>
          </a:p>
          <a:p>
            <a:r>
              <a:rPr sz="2000"/>
              <a:t>This is Retrieval-Augmented Generation over structured data rather than documents</a:t>
            </a:r>
          </a:p>
          <a:p>
            <a:r>
              <a:rPr sz="2000"/>
              <a:t>Nutrition Estimation numbers come from the meal, never from the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model 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Local Language Models via Ollama may rephrase the draft</a:t>
            </a:r>
          </a:p>
          <a:p>
            <a:r>
              <a:rPr sz="2000"/>
              <a:t>A validator rejects any new number or food</a:t>
            </a:r>
          </a:p>
          <a:p>
            <a:r>
              <a:rPr sz="2000"/>
              <a:t>If validation fails, the draft is shown instead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Explaining itself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Explainable AI: every reply lists its sources</a:t>
            </a:r>
          </a:p>
          <a:p>
            <a:r>
              <a:rPr sz="2000"/>
              <a:t>Questions it cannot answer get an honest 'I don't know'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MealSenseAI Meal Advisor: Grounded Answers</dc:title>
  <dc:subject>Presentation on how the Meal Advisor answers from evidence and refuses to invent.</dc:subject>
  <dc:creator>Joselito Dizon</dc:creator>
  <cp:keywords/>
  <dc:description>generated using python-pptx</dc:description>
  <cp:lastModifiedBy>Joselito Dizon</cp:lastModifiedBy>
  <cp:revision>1</cp:revision>
  <dcterms:created xsi:type="dcterms:W3CDTF">2026-10-02T09:00:00Z</dcterms:created>
  <dcterms:modified xsi:type="dcterms:W3CDTF">2026-10-02T09:00:00Z</dcterms:modified>
  <cp:category/>
</cp:coreProperties>
</file>