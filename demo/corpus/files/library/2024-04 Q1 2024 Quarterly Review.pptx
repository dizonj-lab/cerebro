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2024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Larkspur Logistics</a:t>
            </a:r>
          </a:p>
          <a:p>
            <a:r>
              <a:rPr sz="2200"/>
              <a:t>April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Revenue 2.1 million US dollars, up 64% on Q4 2023</a:t>
            </a:r>
          </a:p>
          <a:p>
            <a:r>
              <a:rPr sz="2200"/>
              <a:t>14 live customer sites, 168 Wren robots</a:t>
            </a:r>
          </a:p>
          <a:p>
            <a:r>
              <a:rPr sz="2200"/>
              <a:t>Average picks per labour hour across sites: 109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FreshCart expanded from one site to three</a:t>
            </a:r>
          </a:p>
          <a:p>
            <a:r>
              <a:rPr sz="2200"/>
              <a:t>Kuala Lumpur office opened in February</a:t>
            </a:r>
          </a:p>
          <a:p>
            <a:r>
              <a:rPr sz="2200"/>
              <a:t>ISO 27001 audit passed with two minor findings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Soft-item picking still the top cause of failures</a:t>
            </a:r>
          </a:p>
          <a:p>
            <a:r>
              <a:rPr sz="2200"/>
              <a:t>Hiring robotics engineers is slow</a:t>
            </a:r>
          </a:p>
          <a:p>
            <a:r>
              <a:rPr sz="2200"/>
              <a:t>Cash runway now to mid-2026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2024 Quarterly Review</dc:title>
  <dc:subject/>
  <dc:creator>Gabriel Mensah</dc:creator>
  <cp:keywords/>
  <dc:description>generated using python-pptx</dc:description>
  <cp:lastModifiedBy>Steve Canny</cp:lastModifiedBy>
  <cp:revision>1</cp:revision>
  <dcterms:created xsi:type="dcterms:W3CDTF">2024-04-15T09:30:00Z</dcterms:created>
  <dcterms:modified xsi:type="dcterms:W3CDTF">2024-04-15T09:30:00Z</dcterms:modified>
  <cp:category/>
</cp:coreProperties>
</file>