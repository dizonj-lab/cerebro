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Larkspur Logistics — Series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Autonomous picking for the warehouses everyone else ignores</a:t>
            </a:r>
          </a:p>
          <a:p>
            <a:r>
              <a:rPr sz="2200"/>
              <a:t>February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Singapore pilot live since November 2022 with 12 Wren robots</a:t>
            </a:r>
          </a:p>
          <a:p>
            <a:r>
              <a:rPr sz="2200"/>
              <a:t>Picks per labour hour up from 62 to 118 in ten weeks</a:t>
            </a:r>
          </a:p>
          <a:p>
            <a:r>
              <a:rPr sz="2200"/>
              <a:t>Two signed letters of intent, including FreshCart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raise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Raising 18 million US dollars</a:t>
            </a:r>
          </a:p>
          <a:p>
            <a:r>
              <a:rPr sz="2200"/>
              <a:t>Use of funds: 50% engineering, 30% deployments, 20% sales</a:t>
            </a:r>
          </a:p>
          <a:p>
            <a:r>
              <a:rPr sz="2200"/>
              <a:t>Runway to the end of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for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Ten customer sites by December 2023</a:t>
            </a:r>
          </a:p>
          <a:p>
            <a:r>
              <a:rPr sz="2200"/>
              <a:t>Wren 2 design work starts in the second half</a:t>
            </a:r>
          </a:p>
          <a:p>
            <a:r>
              <a:rPr sz="2200"/>
              <a:t>Information security programme and ISO 27001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A Board Deck</dc:title>
  <dc:subject/>
  <dc:creator>Gabriel Mensah</dc:creator>
  <cp:keywords/>
  <dc:description>generated using python-pptx</dc:description>
  <cp:lastModifiedBy>Steve Canny</cp:lastModifiedBy>
  <cp:revision>1</cp:revision>
  <dcterms:created xsi:type="dcterms:W3CDTF">2023-02-20T09:30:00Z</dcterms:created>
  <dcterms:modified xsi:type="dcterms:W3CDTF">2023-02-20T09:30:00Z</dcterms:modified>
  <cp:category/>
</cp:coreProperties>
</file>