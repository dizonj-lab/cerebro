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2024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Larkspur Logistics</a:t>
            </a:r>
          </a:p>
          <a:p>
            <a:r>
              <a:rPr sz="2200"/>
              <a:t>October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Revenue 3.4 million US dollars</a:t>
            </a:r>
          </a:p>
          <a:p>
            <a:r>
              <a:rPr sz="2200"/>
              <a:t>22 live customer sites, 290 Wren robots</a:t>
            </a:r>
          </a:p>
          <a:p>
            <a:r>
              <a:rPr sz="2200"/>
              <a:t>Average picks per labour hour: 121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Wren 2 prototype grips soft packaging with 97% success</a:t>
            </a:r>
          </a:p>
          <a:p>
            <a:r>
              <a:rPr sz="2200"/>
              <a:t>Route planner reliability: 99.97% after the July fixes</a:t>
            </a:r>
          </a:p>
          <a:p>
            <a:r>
              <a:rPr sz="2200"/>
              <a:t>First customer in Vietnam signed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Wren 2 field trial at FreshCart</a:t>
            </a:r>
          </a:p>
          <a:p>
            <a:r>
              <a:rPr sz="2200"/>
              <a:t>Sustainability reporting for 2024</a:t>
            </a:r>
          </a:p>
          <a:p>
            <a:r>
              <a:rPr sz="2200"/>
              <a:t>Series B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2024 Quarterly Review</dc:title>
  <dc:subject/>
  <dc:creator>Gabriel Mensah</dc:creator>
  <cp:keywords/>
  <dc:description>generated using python-pptx</dc:description>
  <cp:lastModifiedBy>Steve Canny</cp:lastModifiedBy>
  <cp:revision>1</cp:revision>
  <dcterms:created xsi:type="dcterms:W3CDTF">2024-10-14T09:30:00Z</dcterms:created>
  <dcterms:modified xsi:type="dcterms:W3CDTF">2024-10-14T09:30:00Z</dcterms:modified>
  <cp:category/>
</cp:coreProperties>
</file>