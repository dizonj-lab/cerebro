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Roadmap 2026–2027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/>
              <a:t>Larkspur Logistics</a:t>
            </a:r>
          </a:p>
          <a:p>
            <a:r>
              <a:rPr sz="2200"/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610 robots, 38 sites, 4 countries</a:t>
            </a:r>
          </a:p>
          <a:p>
            <a:r>
              <a:rPr sz="2200"/>
              <a:t>Revenue run-rate 21 million US dollars</a:t>
            </a:r>
          </a:p>
          <a:p>
            <a:r>
              <a:rPr sz="2200"/>
              <a:t>FreshCart: 142 picks per labour hour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Multi-site planning in Harbor</a:t>
            </a:r>
          </a:p>
          <a:p>
            <a:r>
              <a:rPr sz="2200"/>
              <a:t>Enter Thailand and the Philippines</a:t>
            </a:r>
          </a:p>
          <a:p>
            <a:r>
              <a:rPr sz="2200"/>
              <a:t>Wren 2 becomes the only model we 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1,500 robots in the field</a:t>
            </a:r>
          </a:p>
          <a:p>
            <a:r>
              <a:rPr sz="2200"/>
              <a:t>Robots-as-a-service for cold storage</a:t>
            </a:r>
          </a:p>
          <a:p>
            <a:r>
              <a:rPr sz="2200"/>
              <a:t>Carbon-neutral charging across all sites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 2026-2027</dc:title>
  <dc:subject/>
  <dc:creator>Maren Okafor</dc:creator>
  <cp:keywords/>
  <dc:description>generated using python-pptx</dc:description>
  <cp:lastModifiedBy>Steve Canny</cp:lastModifiedBy>
  <cp:revision>1</cp:revision>
  <dcterms:created xsi:type="dcterms:W3CDTF">2026-03-09T09:30:00Z</dcterms:created>
  <dcterms:modified xsi:type="dcterms:W3CDTF">2026-03-09T09:30:00Z</dcterms:modified>
  <cp:category/>
</cp:coreProperties>
</file>